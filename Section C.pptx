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7" d="100"/>
          <a:sy n="57" d="100"/>
        </p:scale>
        <p:origin x="154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3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3C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0F0"/>
                </a:solidFill>
              </a:defRPr>
            </a:pPr>
            <a:r>
              <a:t>Sentiment Analysis &amp; Healthcare NLP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8046720" cy="4389120"/>
          </a:xfrm>
          <a:prstGeom prst="roundRect">
            <a:avLst/>
          </a:prstGeom>
          <a:solidFill>
            <a:srgbClr val="19191E"/>
          </a:solidFill>
          <a:ln w="25400">
            <a:solidFill>
              <a:srgbClr val="3C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0F0F0"/>
                </a:solidFill>
              </a:defRPr>
            </a:pPr>
            <a:r>
              <a:rPr sz="3600" b="1" dirty="0"/>
              <a:t>Name: Ogwang Andrew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sz="3600" b="1" dirty="0"/>
              <a:t>		     </a:t>
            </a:r>
            <a:r>
              <a:rPr sz="3600" b="1" dirty="0"/>
              <a:t>Reg Number: S23B23/050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3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3C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0F0"/>
                </a:solidFill>
              </a:defRPr>
            </a:pPr>
            <a:r>
              <a:t>What is Sentiment Analysis?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8046720" cy="4389120"/>
          </a:xfrm>
          <a:prstGeom prst="roundRect">
            <a:avLst/>
          </a:prstGeom>
          <a:solidFill>
            <a:srgbClr val="19191E"/>
          </a:solidFill>
          <a:ln w="25400">
            <a:solidFill>
              <a:srgbClr val="3C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0F0F0"/>
                </a:solidFill>
              </a:defRPr>
            </a:pPr>
            <a:r>
              <a:rPr dirty="0"/>
              <a:t>NLP technique used to detect emotional tone in text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</a:t>
            </a:r>
            <a:r>
              <a:rPr dirty="0"/>
              <a:t>Determines positivity, negativity, or neutrality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</a:t>
            </a:r>
            <a:r>
              <a:rPr dirty="0"/>
              <a:t>Applied widely in healthcare, finance, social media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3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3C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0F0"/>
                </a:solidFill>
              </a:defRPr>
            </a:pPr>
            <a:r>
              <a:t>Importance of Sentiment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8046720" cy="4389120"/>
          </a:xfrm>
          <a:prstGeom prst="roundRect">
            <a:avLst/>
          </a:prstGeom>
          <a:solidFill>
            <a:srgbClr val="19191E"/>
          </a:solidFill>
          <a:ln w="25400">
            <a:solidFill>
              <a:srgbClr val="3C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0F0F0"/>
                </a:solidFill>
              </a:defRPr>
            </a:pPr>
            <a:r>
              <a:rPr dirty="0"/>
              <a:t>Improves patient experience monitoring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	     </a:t>
            </a:r>
            <a:r>
              <a:rPr dirty="0"/>
              <a:t>Enables real-time decision making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	     </a:t>
            </a:r>
            <a:r>
              <a:rPr dirty="0"/>
              <a:t>Supports automated text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3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3C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0F0"/>
                </a:solidFill>
              </a:defRPr>
            </a:pPr>
            <a:r>
              <a:t>Core Components of Sentiment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8046720" cy="4389120"/>
          </a:xfrm>
          <a:prstGeom prst="roundRect">
            <a:avLst/>
          </a:prstGeom>
          <a:solidFill>
            <a:srgbClr val="19191E"/>
          </a:solidFill>
          <a:ln w="25400">
            <a:solidFill>
              <a:srgbClr val="3C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0F0F0"/>
                </a:solidFill>
              </a:defRPr>
            </a:pPr>
            <a:r>
              <a:rPr dirty="0"/>
              <a:t>Text preprocessing (cleaning &amp; normalization)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	</a:t>
            </a:r>
            <a:r>
              <a:rPr dirty="0"/>
              <a:t>Feature extraction (TF‑IDF, embeddings)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	</a:t>
            </a:r>
            <a:r>
              <a:rPr dirty="0"/>
              <a:t>Classification models (Logistic Regression, SVM)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	</a:t>
            </a:r>
            <a:r>
              <a:rPr dirty="0"/>
              <a:t>Evaluation metrics (Accuracy, F1-score)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3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3C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0F0"/>
                </a:solidFill>
              </a:defRPr>
            </a:pPr>
            <a:r>
              <a:t>Applications in Healthcare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8046720" cy="4389120"/>
          </a:xfrm>
          <a:prstGeom prst="roundRect">
            <a:avLst/>
          </a:prstGeom>
          <a:solidFill>
            <a:srgbClr val="19191E"/>
          </a:solidFill>
          <a:ln w="25400">
            <a:solidFill>
              <a:srgbClr val="3C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0F0F0"/>
                </a:solidFill>
              </a:defRPr>
            </a:pPr>
            <a:r>
              <a:rPr dirty="0"/>
              <a:t>Analyzing patient feedback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			   </a:t>
            </a:r>
            <a:r>
              <a:rPr dirty="0"/>
              <a:t>Detecting diagnostic sentiment trends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			   </a:t>
            </a:r>
            <a:r>
              <a:rPr dirty="0"/>
              <a:t>Enhancing clinical decision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3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3C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0F0"/>
                </a:solidFill>
              </a:defRPr>
            </a:pPr>
            <a:r>
              <a:t>Project Overview (Section 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8046720" cy="4389120"/>
          </a:xfrm>
          <a:prstGeom prst="roundRect">
            <a:avLst/>
          </a:prstGeom>
          <a:solidFill>
            <a:srgbClr val="19191E"/>
          </a:solidFill>
          <a:ln w="25400">
            <a:solidFill>
              <a:srgbClr val="3C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0F0F0"/>
                </a:solidFill>
              </a:defRPr>
            </a:pPr>
            <a:r>
              <a:rPr dirty="0"/>
              <a:t>Built complete NLP workflow using healthcare data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  </a:t>
            </a:r>
            <a:r>
              <a:rPr dirty="0"/>
              <a:t>Created narrative clinical text per patient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  </a:t>
            </a:r>
            <a:r>
              <a:rPr dirty="0"/>
              <a:t>Generated sentiment labels based on test results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  </a:t>
            </a:r>
            <a:r>
              <a:rPr dirty="0"/>
              <a:t>Used Logistic Regression for classification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3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3C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0F0"/>
                </a:solidFill>
              </a:defRPr>
            </a:pPr>
            <a:r>
              <a:t>Data Sourcing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8046720" cy="4389120"/>
          </a:xfrm>
          <a:prstGeom prst="roundRect">
            <a:avLst/>
          </a:prstGeom>
          <a:solidFill>
            <a:srgbClr val="19191E"/>
          </a:solidFill>
          <a:ln w="25400">
            <a:solidFill>
              <a:srgbClr val="3C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0F0F0"/>
                </a:solidFill>
              </a:defRPr>
            </a:pPr>
            <a:r>
              <a:rPr dirty="0"/>
              <a:t>55,500 patient records used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			   </a:t>
            </a:r>
            <a:r>
              <a:rPr dirty="0"/>
              <a:t>Structured columns → narrative text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			   </a:t>
            </a:r>
            <a:r>
              <a:rPr dirty="0"/>
              <a:t>Extracted keywords from condition, medication, tests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3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3C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0F0"/>
                </a:solidFill>
              </a:defRPr>
            </a:pPr>
            <a:r>
              <a:t>Research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8046720" cy="4389120"/>
          </a:xfrm>
          <a:prstGeom prst="roundRect">
            <a:avLst/>
          </a:prstGeom>
          <a:solidFill>
            <a:srgbClr val="19191E"/>
          </a:solidFill>
          <a:ln w="25400">
            <a:solidFill>
              <a:srgbClr val="3C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0F0F0"/>
                </a:solidFill>
              </a:defRPr>
            </a:pPr>
            <a:r>
              <a:rPr dirty="0"/>
              <a:t>Sentiment distribution across patient records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	</a:t>
            </a:r>
            <a:r>
              <a:rPr dirty="0"/>
              <a:t>Ability to predict sentiment from clinical text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	</a:t>
            </a:r>
            <a:r>
              <a:rPr dirty="0"/>
              <a:t>Identifying influential keywords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3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3C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0F0"/>
                </a:solidFill>
              </a:defRPr>
            </a:pPr>
            <a:r>
              <a:t>Preprocessing &amp; Exploratory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8046720" cy="4389120"/>
          </a:xfrm>
          <a:prstGeom prst="roundRect">
            <a:avLst/>
          </a:prstGeom>
          <a:solidFill>
            <a:srgbClr val="19191E"/>
          </a:solidFill>
          <a:ln w="25400">
            <a:solidFill>
              <a:srgbClr val="3C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0F0F0"/>
                </a:solidFill>
              </a:defRPr>
            </a:pPr>
            <a:r>
              <a:rPr dirty="0"/>
              <a:t>Negative sentiment ≈ 66%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			    </a:t>
            </a:r>
            <a:r>
              <a:rPr dirty="0"/>
              <a:t>Positive sentiment ≈ 34%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			    </a:t>
            </a:r>
            <a:r>
              <a:rPr dirty="0"/>
              <a:t>No missing values detected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			    </a:t>
            </a:r>
            <a:r>
              <a:rPr dirty="0"/>
              <a:t>Average narrative length ≈ 153 characters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3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3C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0F0"/>
                </a:solidFill>
              </a:defRPr>
            </a:pPr>
            <a:r>
              <a:t>Modeling 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8046720" cy="4389120"/>
          </a:xfrm>
          <a:prstGeom prst="roundRect">
            <a:avLst/>
          </a:prstGeom>
          <a:solidFill>
            <a:srgbClr val="19191E"/>
          </a:solidFill>
          <a:ln w="25400">
            <a:solidFill>
              <a:srgbClr val="3C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0F0F0"/>
                </a:solidFill>
              </a:defRPr>
            </a:pPr>
            <a:r>
              <a:rPr dirty="0"/>
              <a:t>TF‑IDF vectorization of text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			    </a:t>
            </a:r>
            <a:r>
              <a:rPr dirty="0"/>
              <a:t>Train‑test split for model training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			    </a:t>
            </a:r>
            <a:r>
              <a:rPr dirty="0"/>
              <a:t>Logistic Regression classifier used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3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3C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0F0"/>
                </a:solidFill>
              </a:defRPr>
            </a:pPr>
            <a:r>
              <a:t>Model 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8046720" cy="4389120"/>
          </a:xfrm>
          <a:prstGeom prst="roundRect">
            <a:avLst/>
          </a:prstGeom>
          <a:solidFill>
            <a:srgbClr val="19191E"/>
          </a:solidFill>
          <a:ln w="25400">
            <a:solidFill>
              <a:srgbClr val="3C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0F0F0"/>
                </a:solidFill>
              </a:defRPr>
            </a:pPr>
            <a:r>
              <a:rPr dirty="0"/>
              <a:t>Metrics: Accuracy, F1‑score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			   </a:t>
            </a:r>
            <a:r>
              <a:rPr dirty="0"/>
              <a:t>Confusion matrix for classification errors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			   </a:t>
            </a:r>
            <a:r>
              <a:rPr dirty="0"/>
              <a:t>Model performed strongly on negative sentiment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3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3C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0F0"/>
                </a:solidFill>
              </a:defRPr>
            </a:pPr>
            <a:r>
              <a:t>Key Findings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8046720" cy="4389120"/>
          </a:xfrm>
          <a:prstGeom prst="roundRect">
            <a:avLst/>
          </a:prstGeom>
          <a:solidFill>
            <a:srgbClr val="19191E"/>
          </a:solidFill>
          <a:ln w="25400">
            <a:solidFill>
              <a:srgbClr val="3C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0F0F0"/>
                </a:solidFill>
              </a:defRPr>
            </a:pPr>
            <a:r>
              <a:rPr dirty="0"/>
              <a:t>Clinical text strongly reflects patient condition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       </a:t>
            </a:r>
            <a:r>
              <a:rPr dirty="0"/>
              <a:t>Medication + test results strongly influence sentiment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	</a:t>
            </a:r>
            <a:r>
              <a:rPr dirty="0"/>
              <a:t>Negative sentiment dominates dataset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3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3C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0F0"/>
                </a:solidFill>
              </a:defRPr>
            </a:pPr>
            <a:r>
              <a:t>Conclusion &amp; Recommendations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8046720" cy="4389120"/>
          </a:xfrm>
          <a:prstGeom prst="roundRect">
            <a:avLst/>
          </a:prstGeom>
          <a:solidFill>
            <a:srgbClr val="19191E"/>
          </a:solidFill>
          <a:ln w="25400">
            <a:solidFill>
              <a:srgbClr val="3C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0F0F0"/>
                </a:solidFill>
              </a:defRPr>
            </a:pPr>
            <a:r>
              <a:rPr dirty="0"/>
              <a:t>NLP sentiment classification useful for hospitals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     </a:t>
            </a:r>
            <a:r>
              <a:rPr dirty="0"/>
              <a:t>Deep models like BERT recommended for future work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lang="en-GB" dirty="0"/>
              <a:t>	     </a:t>
            </a:r>
            <a:r>
              <a:rPr dirty="0"/>
              <a:t>Use real-world clinical notes for more accuracy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3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3C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18612" y="457200"/>
            <a:ext cx="2489656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0F0F0"/>
                </a:solidFill>
              </a:defRPr>
            </a:pPr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374</Words>
  <Application>Microsoft Office PowerPoint</Application>
  <PresentationFormat>On-screen Show (4:3)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Andrew Ogwang</cp:lastModifiedBy>
  <cp:revision>2</cp:revision>
  <dcterms:created xsi:type="dcterms:W3CDTF">2013-01-27T09:14:16Z</dcterms:created>
  <dcterms:modified xsi:type="dcterms:W3CDTF">2025-11-18T05:01:40Z</dcterms:modified>
  <cp:category/>
</cp:coreProperties>
</file>